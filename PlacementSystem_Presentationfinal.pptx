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LAB — CSS 2212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Placement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4114800" cy="45720"/>
          </a:xfrm>
          <a:prstGeom prst="rect">
            <a:avLst/>
          </a:prstGeom>
          <a:solidFill>
            <a:srgbClr val="5A8A9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9748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A5E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69748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A5E6E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A5E6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Akanksh N Mallya  ·  Manveeth J Shetty  ·  Aryan Rakesh Harjani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CSE-A  |  Reg: 240905038 / 240905040 / 240905053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Institute of Technology, MAHE  ·  April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4828032"/>
            <a:ext cx="8942832" cy="310896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280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placement is one of the most data-intensive college processes — tracking drives, applications, eligibility, and audit trails.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systems cause update anomalies, missed eligibility checks, and zero audit trail.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a MySQL RDBMS with triggers, stored procedures, and referential integrity to solve all problems.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roles: Student (apply, track) and TPO Officer (manage drives, update results).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 of CSS 2212 Lab concepts: Labs 1 through 11.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4630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4630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 — InnoDB, utf8mb4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975104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7510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197510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 micro-framework)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487168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487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248716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— server-side HTML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99232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9992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299923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11296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5112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5112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Bootstrap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023360"/>
            <a:ext cx="1005840" cy="31089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0233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Script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40233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— 11 tables, 2 views, 2 triggers, 1 SP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data, eligibility, and drive details in separate sheets — no referential link causes silent inconsistencies.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87552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87552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Enforcement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3502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low-CGPA student from applying, or a placed student from reapplying to another company.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22576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14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status changes from Shortlisted → Selected, there is no automatic record of who changed it or when.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22576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22576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14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with sheet access can modify any record. No concept of TPO vs Student permissions.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One-student-one-company policy must be enforced manually — highly error-prone at scale.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73152" cy="12344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Violation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0507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stored as comma-separated strings in the student row — a repeating group violating First Normal Form.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Identification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entities identified: Student, Company, Location, Officer, Drive, Application, Round, Round Result, Skill, Status History.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Definition &amp; 1NF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92938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 comma-separated string violated 1NF. Resolved via Skills master table and Student_Skills junction table.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3865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to 3NF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6243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surrogate PKs eliminate partial dependencies (2NF). Transitive deps removed — company_name to Companies, city/state to Locations.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0815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192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constraints: CHECKs on CGPA (0–10), phone (10-digit REGEXP), CTC (&gt;0), year (1–4). ENUM on status/round type.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7764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Procedure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01421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AFTER row triggers log every status change to audit table. sp_update_status enforces one-student-one-company policy at DB level.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48056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44714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70916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architecture. Parameterised queries prevent SQL injection. callproc() invokes the stored procedure. Route-level RBAC.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 — Entity Relationships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9669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student_id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9966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Apps, M:N Skills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627632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66420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1901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company_id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 Locations, 1:N Drives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95144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295144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3317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2569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location_id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Companies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62656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992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Placement_Officers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236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officer_id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2999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Drives (MANAGED-BY)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630168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6667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Placement_Drives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" y="3904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drive_id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3666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Apps, 1:N Rounds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297680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433425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⭐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" y="4572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application_id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86000" y="4334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 Students, N:1 Drives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960120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9160" y="960120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99669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App_Status_History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73752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history_id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20840" y="9966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 Applications (CASCADE)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1627632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41" name="Shape 39"/>
          <p:cNvSpPr/>
          <p:nvPr/>
        </p:nvSpPr>
        <p:spPr>
          <a:xfrm>
            <a:off x="4709160" y="1627632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166420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Selection_Rounds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73752" y="1901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round_id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1664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 Drives (CASCADE)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295144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46" name="Shape 44"/>
          <p:cNvSpPr/>
          <p:nvPr/>
        </p:nvSpPr>
        <p:spPr>
          <a:xfrm>
            <a:off x="4709160" y="2295144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23317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Round_Results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73752" y="2569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result_id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2084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 Rounds, N:1 Students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2962656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51" name="Shape 49"/>
          <p:cNvSpPr/>
          <p:nvPr/>
        </p:nvSpPr>
        <p:spPr>
          <a:xfrm>
            <a:off x="4709160" y="2962656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2" name="Text 50"/>
          <p:cNvSpPr/>
          <p:nvPr/>
        </p:nvSpPr>
        <p:spPr>
          <a:xfrm>
            <a:off x="4873752" y="29992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73752" y="3236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skill_id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20840" y="2999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Students (junction)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3630168"/>
            <a:ext cx="4160520" cy="576072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56" name="Shape 54"/>
          <p:cNvSpPr/>
          <p:nvPr/>
        </p:nvSpPr>
        <p:spPr>
          <a:xfrm>
            <a:off x="4709160" y="3630168"/>
            <a:ext cx="64008" cy="576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7" name="Text 55"/>
          <p:cNvSpPr/>
          <p:nvPr/>
        </p:nvSpPr>
        <p:spPr>
          <a:xfrm>
            <a:off x="4873752" y="36667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Student_Skills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873752" y="3904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(student_id, skill_id)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20840" y="3666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 — resolves M:N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— 1NF to 3NF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B050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First Normal 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2514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must be atomic — no repeating groups.
</a:t>
            </a:r>
            <a:pPr indent="0" marL="0">
              <a:buNone/>
            </a:pPr>
            <a:r>
              <a:rPr lang="en-US" sz="1100" b="1" dirty="0">
                <a:solidFill>
                  <a:srgbClr val="B05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found: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 had skills stored as a comma-separated string:
</a:t>
            </a:r>
            <a:pPr indent="0" marL="0">
              <a:buNone/>
            </a:pPr>
            <a:r>
              <a:rPr lang="en-US" sz="1100" i="1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'Python, SQL, Java'
</a:t>
            </a:r>
            <a:pPr indent="0" marL="0">
              <a:buNone/>
            </a:pPr>
            <a:r>
              <a:rPr lang="en-US" sz="11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Skills master table with skill_id PK and skill_name.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Student_Skills junction table — one row per (student, skill) pair. Repeating group eliminated.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Second Normal 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426464"/>
            <a:ext cx="2514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— non-key attribute must depend on the whole primary key.
</a:t>
            </a:r>
            <a:pPr indent="0" marL="0">
              <a:buNone/>
            </a:pPr>
            <a:r>
              <a:rPr lang="en-US" sz="11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satisfy it: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tables use single-column surrogate integer PKs (AUTO_INCREMENT). This makes partial dependencies structurally impossible — 2NF is satisfied by design.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composite PK is Student_Skills(student_id, skill_id) — both columns are foreign keys and there are no non-key attributes, so no partial dependency exists there either.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— Third Normal 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426464"/>
            <a:ext cx="2514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 — non-key attribute must not depend on another non-key attribute.
</a:t>
            </a:r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removed: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company_name, industry → moved to Companies table (not in Drives)
• city, state → moved to Locations table (not in Companies)
• skill_name → in Skills table, not in Student
</a:t>
            </a:r>
            <a:pPr indent="0" marL="0">
              <a:buNone/>
            </a:pPr>
            <a:r>
              <a:rPr lang="en-US" sz="110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11 tables are in 3NF. Every non-key column depends directly on the PK — nothing more.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DDL Commands — Key Table Definitions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3977640"/>
          </a:xfrm>
          <a:prstGeom prst="rect">
            <a:avLst/>
          </a:prstGeom>
          <a:solidFill>
            <a:srgbClr val="0A29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VARCHAR(150)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VARCHAR(150)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 VARCHAR(10)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      VARCHAR(100)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     INT        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cgpa        DECIMAL(3,1)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backlogs    INT NOT NULL DEFAULT 0,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uq_student_email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UNIQUE (email),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chk_phone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(phone REGEXP '^[0-9]{10}$'),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chk_cgpa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(cgpa &gt;= 0.0 AND cgpa &lt;= 10.0),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chk_year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(year BETWEEN 1 AND 4),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chk_backlogs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(backlogs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0A29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Table (Main)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261872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Applications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application_id INT AUTO_INCREMENT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drive_id  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applied_date   DATE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DEFAULT (CURRENT_DATE),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ENUM(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'Applied','Shortlisted',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 Process','Selected',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'Rejected','Withdrawn'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NOT NULL DEFAULT 'Applied',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uq_application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UNIQUE (student_id, drive_id),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(student_id)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Students(student_id),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(drive_id)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Placement_Drives(drive_id)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DDL — ALTER TABLE &amp; Constraint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1920240"/>
          </a:xfrm>
          <a:prstGeom prst="rect">
            <a:avLst/>
          </a:prstGeom>
          <a:solidFill>
            <a:srgbClr val="0A29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Circular Dependency — ALTER 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Placement_Officers references Placement_Drives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but Drives must be created first.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Back-reference FK added after both tables exist: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Placement_Officers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CONSTRAINT fk_officer_drive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(drive_id)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Placement_Drives(drive_id);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0A29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Student_Skills — Junction Table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Student_Skills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skill_id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(student_id, skill_id),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(student_id)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Students(student_id)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(skill_id)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Skills(skill_id)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2519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14400"/>
            <a:ext cx="4251960" cy="347472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Used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344168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344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134416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tables — INT AUTO_INCREMENT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783080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7830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178308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company_name, skill_name, (student, drive), (round, student)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221992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22199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22199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mandatory fields across every table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660904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6609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266090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CURRENT_DATE, 'India', 6.0, 0, 'Applied', 'Technical', 'Pending'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099816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09981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099816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0–10, phone REGEXP ^[0-9]{10}$, CTC &gt; 0, year 1–4, backlogs ≥ 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38728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5387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35387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relationships; CASCADE on weak-entity child tables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9776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397764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(6 values), round_type (5), result (3)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4416552"/>
            <a:ext cx="123444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4165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89320" y="441655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App_Status_History, Selection_Rounds, Round_Results, Student_Skills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virtual table that stores a SELECT query — not the data itself. It simplifies complex JOINs by letting application routes query the view like a regular table, removing repeated logic.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2062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4206240" cy="347472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vw_drive_listing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Placement_Drives + Companies + Locations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Public drives listing page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Exposes: role, company_name, industry, city, state, ctc, drive_date, eligibility_cgpa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069080" cy="2011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67919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vw_drive_listing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d.drive_id, d.role,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c.company_name, c.industry,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l.city, l.state,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d.ctc, d.drive_date,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d.eligibility_cgpa,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d.eligible_branches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Placement_Drives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Companies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d.company_id = c.company_id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Locations 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c.location_id = l.location_id;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42062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54480"/>
            <a:ext cx="4206240" cy="3474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vw_application_details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385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Applications + Students + Placement_Drives + Companies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TPO reporting and application detail pages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Exposes: student_name, email, branch, cgpa, role, company_name, 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651760"/>
            <a:ext cx="4069080" cy="2011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267919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vw_application_details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a.application_id,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s.name  AS student_name,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s.email AS student_email,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s.branch, s.cgpa,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d.role, c.company_name,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a.applied_date, a.status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Applications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Students 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a.student_id = s.student_id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Placement_Drives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a.drive_id = d.drive_id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Companies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d.company_id = c.company_id;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Triggers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502920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is a stored program that fires automatically before/after a DML event (INSERT, UPDATE, DELETE). Our system uses AFTER row-level triggers — the Flask app never writes to the audit table directly.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4206240" cy="347472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1 — after_application_insert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</a:t>
            </a:r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Applications
</a:t>
            </a:r>
            <a:pPr indent="0" marL="0">
              <a:buNone/>
            </a:pPr>
            <a:r>
              <a:rPr lang="en-US" sz="105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initial 'Applied' status in Application_Status_History the moment a student applies.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069080" cy="214884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578608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after_application_insert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Application_Status_History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(application_id, status, updated_at)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(NEW.application_id,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NEW.status, NOW());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08760"/>
            <a:ext cx="4206240" cy="3474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2 — after_application_update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1901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</a:t>
            </a:r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on Applications
</a:t>
            </a:r>
            <a:pPr indent="0" marL="0">
              <a:buNone/>
            </a:pPr>
            <a:r>
              <a:rPr lang="en-US" sz="1050" b="1" dirty="0">
                <a:solidFill>
                  <a:srgbClr val="0D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0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OLD.status &lt;&gt; NEW.status guard — prevents duplicate rows when non-status columns are updated. Also fires on auto-withdrawals from the stored procedure.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542032"/>
            <a:ext cx="4069080" cy="214884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2578608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after_application_update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 ON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OLD.status &lt;&gt; NEW.status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Application_Status_History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(application_id, status,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updated_at)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(NEW.application_id,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NEW.status, NOW());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Stored Procedure — sp_update_status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the one-student-one-company placement policy entirely at the database level. When a student is marked 'Selected', all their other active applications are automatically set to 'Withdrawn' — no application code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754880" cy="3383280"/>
          </a:xfrm>
          <a:prstGeom prst="rect">
            <a:avLst/>
          </a:prstGeom>
          <a:solidFill>
            <a:srgbClr val="0A29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544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sp_update_status — Full Procedure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45720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sp_update_status(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p_application_id INT,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p_new_status     VARCHAR(50)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1: Update the target application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status = p_new_status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application_id = p_application_id;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2: If Selected, auto-withdraw others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p_new_status = 'Selected'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status = 'Withdrawn'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student_id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student_id FROM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SELECT student_id FROM Applications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WHERE application_id = p_application_id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AS tmp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application_id &lt;&gt; p_application_id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status NOT IN ('Rejected','Withdrawn');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D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150876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0" y="1508760"/>
            <a:ext cx="3657600" cy="347472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508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1920240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920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p_application_id (INT) — the target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p_new_status (VARCHAR) — new status value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414016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41401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4140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specified application's status to the new value.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2907792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9077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9077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new status is 'Selected', finds all other non-rejected/withdrawn apps for that student and marks them 'Withdrawn'.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3401568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4015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pattern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... FROM (SELECT ...) AS tmp used to bypass MySQL's restriction on self-referencing UPDATE.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3895344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8953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389534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auto-withdrawal also fires after_application_update trigger — every withdrawal is logged to the audit table automatically.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4389120"/>
            <a:ext cx="822960" cy="329184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43891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cur.callproc('sp_update_status', (app_id, new_status))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8755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normalised to 3NF — all constraints named and enforced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8755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98755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Views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vw_drive_listing and vw_application_details simplify multi-join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9339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Triggers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audit trail — Flask never writes to history table directly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9339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99339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Stored Procedure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sp_update_status enforces placement policy at DB 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9923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vs TPO routes — enforced at Flask route level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9923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99923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 throughout the application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0507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400507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78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maintained across all child tables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05072"/>
            <a:ext cx="4160520" cy="868680"/>
          </a:xfrm>
          <a:prstGeom prst="rect">
            <a:avLst/>
          </a:prstGeom>
          <a:solidFill>
            <a:srgbClr val="0A2930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4005072"/>
            <a:ext cx="6400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078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MySQL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389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 connecting web layer to database seamlessly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A5E6E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2212 — Database Systems Lab Mini Project  |  Manipal Institute of Technology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Placement Management System</dc:title>
  <dc:subject>PptxGenJS Presentation</dc:subject>
  <dc:creator>PptxGenJS</dc:creator>
  <cp:lastModifiedBy>PptxGenJS</cp:lastModifiedBy>
  <cp:revision>1</cp:revision>
  <dcterms:created xsi:type="dcterms:W3CDTF">2026-04-07T05:02:45Z</dcterms:created>
  <dcterms:modified xsi:type="dcterms:W3CDTF">2026-04-07T05:02:45Z</dcterms:modified>
</cp:coreProperties>
</file>