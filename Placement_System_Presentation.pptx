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Campus Placement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 Project Presentation</a:t>
            </a:r>
          </a:p>
          <a:p>
            <a:r>
              <a:t>DBS Lab</a:t>
            </a:r>
          </a:p>
          <a:p>
            <a:r>
              <a:t>MIT Manipal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system using Flask + MySQL</a:t>
            </a:r>
          </a:p>
          <a:p>
            <a:r>
              <a:t>Manages entire placement lifecycle</a:t>
            </a:r>
          </a:p>
          <a:p>
            <a:r>
              <a:t>Role-based access (Student &amp; TPO)</a:t>
            </a:r>
          </a:p>
          <a:p>
            <a:r>
              <a:t>Ensures automation &amp; consistency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systems cause:</a:t>
            </a:r>
          </a:p>
          <a:p>
            <a:r>
              <a:t>- Data inconsistency</a:t>
            </a:r>
          </a:p>
          <a:p>
            <a:r>
              <a:t>- No validation</a:t>
            </a:r>
          </a:p>
          <a:p>
            <a:r>
              <a:t>- No audit trail</a:t>
            </a:r>
          </a:p>
          <a:p>
            <a:r>
              <a:t>- Policy violations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normalized DB (3NF)</a:t>
            </a:r>
          </a:p>
          <a:p>
            <a:r>
              <a:t>• Use constraints, triggers, procedures</a:t>
            </a:r>
          </a:p>
          <a:p>
            <a:r>
              <a:t>• Develop Flask web app</a:t>
            </a:r>
          </a:p>
          <a:p>
            <a:r>
              <a:t>• Implement role-based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11 Tables</a:t>
            </a:r>
          </a:p>
          <a:p>
            <a:r>
              <a:t>Primary + Foreign Keys</a:t>
            </a:r>
          </a:p>
          <a:p>
            <a:r>
              <a:t>Constraints (CHECK, UNIQUE, ENUM)</a:t>
            </a:r>
          </a:p>
          <a:p>
            <a:r>
              <a:t>Relationships properly defined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1NF: Removed repeating groups (skills)</a:t>
            </a:r>
          </a:p>
          <a:p>
            <a:r>
              <a:t>2NF: No partial dependency</a:t>
            </a:r>
          </a:p>
          <a:p>
            <a:r>
              <a:t>3NF: Removed transitive dependency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</a:t>
            </a:r>
          </a:p>
          <a:p>
            <a:r>
              <a:t>Companies</a:t>
            </a:r>
          </a:p>
          <a:p>
            <a:r>
              <a:t>Placement Drives</a:t>
            </a:r>
          </a:p>
          <a:p>
            <a:r>
              <a:t>Applications</a:t>
            </a:r>
          </a:p>
          <a:p>
            <a:r>
              <a:t>Skills &amp; Student_Skills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after_insert → logs initial status</a:t>
            </a:r>
          </a:p>
          <a:p>
            <a:r>
              <a:t>after_update → logs status change</a:t>
            </a:r>
          </a:p>
          <a:p>
            <a:r>
              <a:t>Maintains audit trail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Stored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sp_update_status:</a:t>
            </a:r>
          </a:p>
          <a:p>
            <a:r>
              <a:t>Updates status</a:t>
            </a:r>
          </a:p>
          <a:p>
            <a:r>
              <a:t>If selected → auto-withdraw others</a:t>
            </a:r>
          </a:p>
          <a:p>
            <a:r>
              <a:t>Implements placement policy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vw_drive_listing</a:t>
            </a:r>
          </a:p>
          <a:p>
            <a:r>
              <a:t>vw_application_details</a:t>
            </a:r>
          </a:p>
          <a:p>
            <a:r>
              <a:t>Simplifies complex JOIN queries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registers &amp; logs in</a:t>
            </a:r>
          </a:p>
          <a:p>
            <a:r>
              <a:t>Applies for drives</a:t>
            </a:r>
          </a:p>
          <a:p>
            <a:r>
              <a:t>TPO manages drives &amp; applicants</a:t>
            </a:r>
          </a:p>
          <a:p>
            <a:r>
              <a:t>System tracks status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Login, Dashboard, Drives, Applications</a:t>
            </a:r>
          </a:p>
          <a:p>
            <a:r>
              <a:t>TPO dashboard for management</a:t>
            </a:r>
          </a:p>
          <a:p>
            <a:r>
              <a:t>Auto-withdraw feature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Efficient, reliable system</a:t>
            </a:r>
          </a:p>
          <a:p>
            <a:r>
              <a:t>Business logic at DB level</a:t>
            </a:r>
          </a:p>
          <a:p>
            <a:r>
              <a:t>Improved consistency &amp; automation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Password hashing</a:t>
            </a:r>
          </a:p>
          <a:p>
            <a:r>
              <a:t>Resume upload</a:t>
            </a:r>
          </a:p>
          <a:p>
            <a:r>
              <a:t>Email notifications</a:t>
            </a:r>
          </a:p>
          <a:p>
            <a:r>
              <a:t>Analytics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